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2" r:id="rId3"/>
    <p:sldId id="296" r:id="rId4"/>
    <p:sldId id="288" r:id="rId5"/>
    <p:sldId id="290" r:id="rId6"/>
    <p:sldId id="289" r:id="rId7"/>
    <p:sldId id="291" r:id="rId8"/>
    <p:sldId id="292" r:id="rId9"/>
    <p:sldId id="293" r:id="rId10"/>
    <p:sldId id="294" r:id="rId11"/>
    <p:sldId id="29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087"/>
  </p:normalViewPr>
  <p:slideViewPr>
    <p:cSldViewPr snapToGrid="0">
      <p:cViewPr varScale="1">
        <p:scale>
          <a:sx n="180" d="100"/>
          <a:sy n="180" d="100"/>
        </p:scale>
        <p:origin x="73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1261ADE-14D1-6C5A-4FC7-8A763F6D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02B81890-6B9F-C3A2-5E79-4038CC1EE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12453F77-0761-0855-5DCC-6FAAB4DF64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301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2C23345-6C93-86C8-89F7-16ABBC81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AB7C880B-5957-753E-C995-2ECA5FD66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22B9B4B0-2B72-8C05-43A5-AD97A3BE0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46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C7CA743-B3B8-2BDD-07E9-3AA24B02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F78C7BB2-282A-01DE-D18A-200D6E675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3184DC83-188E-35AD-9ABA-8AFC2DF9E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875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BEC94A0-C073-1A0B-CBB9-B617D388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EB1EBFB4-2705-3A0F-7471-3BEF4B443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60E8BE98-1CF9-9F8D-1557-BCF48A618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351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B45F13C-A808-2857-1870-E5ADF57C1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0E6F7519-6AED-E5A6-0562-13031D505F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AAE280AD-86B0-0582-6B7A-B304E00BC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1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4326AF3-4DB5-2511-51BA-E6A8E4E6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49489493-7854-A0C0-E0B2-7CFF3C4D0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517754B5-9093-2BE5-B2AC-120026054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23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795A1B6-F33A-D7B3-54D2-E91F3775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72185DB6-C88E-60F5-D875-8DEEFF4E4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53ECFE2E-19B9-5CE3-40EC-084E8F055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842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8333201-01C9-497F-30C6-5EB549C2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8B06908E-B022-54AC-851D-177ACA125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94AE98CA-25C3-8A42-68D0-460C199E7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801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B7414ED9-670D-EEBF-4483-835F6FF0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9A197C16-EDC5-FDAF-FF4B-2DCFC31D87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0EA295A8-D5AD-FD93-EF18-5F106F9F0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739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1150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500" dirty="0"/>
              <a:t>Come up with a nice title</a:t>
            </a:r>
            <a:endParaRPr sz="35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5296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98" dirty="0"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13" title="university logo-horizontal-1-line_WH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 stats</a:t>
            </a:r>
            <a:endParaRPr dirty="0"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Train – P1 – 1:57.6</a:t>
            </a:r>
          </a:p>
          <a:p>
            <a:r>
              <a:rPr lang="en-US" dirty="0"/>
              <a:t>Val – P2 – 1:62</a:t>
            </a:r>
          </a:p>
          <a:p>
            <a:r>
              <a:rPr lang="en-US" dirty="0"/>
              <a:t>Test – P3 – 1:28</a:t>
            </a:r>
          </a:p>
          <a:p>
            <a:r>
              <a:rPr lang="en-US" dirty="0"/>
              <a:t>40 features</a:t>
            </a:r>
          </a:p>
          <a:p>
            <a:r>
              <a:rPr lang="en-US" dirty="0"/>
              <a:t>Network -&gt; 40 – 16 – 16 – 1</a:t>
            </a:r>
          </a:p>
          <a:p>
            <a:r>
              <a:rPr lang="en-US" dirty="0"/>
              <a:t>BCE logit loss</a:t>
            </a:r>
          </a:p>
        </p:txBody>
      </p:sp>
      <p:sp>
        <p:nvSpPr>
          <p:cNvPr id="123" name="Google Shape;123;p19"/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3948E99-D807-4DE7-C8E7-2911E387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83D5E5BE-AC23-E124-D0E9-6E7780663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Goal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DE06C129-8C63-38B5-89B4-67A58347C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Let r denote the class-imbalance ratio, and c denote the cost.</a:t>
            </a:r>
          </a:p>
          <a:p>
            <a:pPr lvl="1"/>
            <a:r>
              <a:rPr lang="en-US" dirty="0"/>
              <a:t>This cost is what domain experts give us.</a:t>
            </a:r>
          </a:p>
          <a:p>
            <a:pPr lvl="1"/>
            <a:r>
              <a:rPr lang="en-US" dirty="0"/>
              <a:t>We can assume any number to showcase its impact.</a:t>
            </a:r>
          </a:p>
          <a:p>
            <a:r>
              <a:rPr lang="en-US" dirty="0"/>
              <a:t>Use r as class weight to adjust the loss function. </a:t>
            </a:r>
          </a:p>
          <a:p>
            <a:pPr lvl="1"/>
            <a:r>
              <a:rPr lang="en-US" dirty="0"/>
              <a:t>We verify this by ensuring that the loss surface is un-warped back to when r=1.</a:t>
            </a:r>
          </a:p>
          <a:p>
            <a:r>
              <a:rPr lang="en-US" dirty="0"/>
              <a:t>Use c as class weight to further adjust the loss function.</a:t>
            </a:r>
          </a:p>
          <a:p>
            <a:pPr lvl="1"/>
            <a:r>
              <a:rPr lang="en-US" dirty="0"/>
              <a:t>This could be either added to r or subtracted from r. 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C1324937-AD06-8705-548D-A475834935B8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5F55F664-F991-BBAB-17D0-8FC0C70300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56942535-57BF-FB58-04D5-A8EDBBCE79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942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4470167-4CD0-A502-BEA9-1B377B0C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BCD218A-C26D-F254-23D6-3F8A67D0A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Validation loss 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976E5DF2-91DF-8781-2A0C-90D43DCC7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37E12A58-173F-78B1-BBAC-0B7DDE8D9E48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978A6D0-B27D-3A16-0B2C-19B6000992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49968D25-0A36-A9D5-FF34-085E8252E6C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497C50-F748-034E-E140-D1C131390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411541"/>
            <a:ext cx="3942239" cy="25519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23F464-35AE-C8E6-FEB9-585A290E4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182" y="1563137"/>
            <a:ext cx="3942239" cy="223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9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A4F5C6-1194-BC83-A72D-B9D82713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EF221115-DF72-3D5B-87C9-1DB2A4B1A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Validation loss 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DDC60D26-DA4C-6A34-45CF-B358110BF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687E7FF-C1C8-FBD6-1134-8B71B4CE3FF9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C2ACCFB8-9617-C684-763C-6241F1E0CC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048FE62A-BEBF-6F7F-F619-320D27E9687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4985B9-CE23-FF39-F6A9-A7E46B70E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389321"/>
            <a:ext cx="4118291" cy="2656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E3329C-DA58-AD1E-0BBA-4776E6124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709" y="1462749"/>
            <a:ext cx="3961591" cy="252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62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6F157E9-C749-FEBC-F20F-035BEBB4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5AC6114C-2441-2EE6-DEFA-FB0C6E7A6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BCE learning paths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603CA6-8492-A842-F5B3-7E39030FC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0" y="1070200"/>
            <a:ext cx="3951729" cy="3951729"/>
          </a:xfrm>
          <a:prstGeom prst="rect">
            <a:avLst/>
          </a:prstGeom>
        </p:spPr>
      </p:pic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01D42ED9-1623-B6E9-D7B0-204DF97EBEA6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92D6966-C9A0-0A86-0A38-85BBAACC53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28346323-6BB0-9712-D237-6044F121ACF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79CAA6-E0FA-E480-ADA6-BA81713C6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6450" y="1070200"/>
            <a:ext cx="3951729" cy="392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8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56044922-1389-20FB-C43F-80B9CBCE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F510D02A-ED88-50A9-E027-3D3ACFE4F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BCE learning paths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2635EC1-9831-F7CD-05D7-1126F7D1A48F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E890A4E5-7B79-7802-43C5-51B3714893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C3B7C275-1B4C-7BFE-E0D2-94682CFCB10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E994DE-6920-6031-FDCA-A22F2F1E4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50" y="1017725"/>
            <a:ext cx="4073300" cy="4073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DEC24-9D87-AD5F-6FE5-3E03BAC1CF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998" y="1006661"/>
            <a:ext cx="4073301" cy="407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04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642ED153-3A5B-43D1-434B-212A97B1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A9B000DB-E4EA-367B-696B-79BF4EADAA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F1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2E23BEC8-6535-870C-22C5-834ED441A3B7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95933AC1-0830-EE49-21C3-64D334DFA1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AA16A091-1101-69D0-F5E1-1963F7D8836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E5B7CA-7074-5433-A498-9E464E5E4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75" y="894725"/>
            <a:ext cx="4145774" cy="4248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DBB114-0FF6-0D8F-4B6D-A04638DE1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65" y="1017725"/>
            <a:ext cx="4143688" cy="1820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6B3E82-B6AC-AFB6-F743-5317390856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565" y="2942594"/>
            <a:ext cx="4145774" cy="181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3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7FA7619-F943-A283-103B-FDCCED75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EC8A05DE-41BA-AA09-2E0C-3BEE6D27B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TSS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E768F4C-F65F-44B4-AA5B-236B4C1494CA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EF6B99E0-296A-E527-3540-5C2132D945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A7AB36BA-0B71-1A03-FA41-92C3EC423B5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A403D3-A1F6-BBB6-E0B1-B9F6FCCFC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798" y="1051152"/>
            <a:ext cx="4143688" cy="1820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CDB74A-7096-CEAB-60AE-500C93A27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4" y="894725"/>
            <a:ext cx="4197275" cy="4248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D8B717-A8B8-9B67-7F90-5FD296511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798" y="2956770"/>
            <a:ext cx="4145774" cy="181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2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144B7BB-4B8D-580D-7397-32499770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37EFCD3C-480C-D122-B5CD-A2272A7034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HSS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D30D29F5-23C1-7C44-6D8D-47895849F1AF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E880F587-9D14-6E9E-57D0-E3D810C04B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F6CD3BBD-9BBE-3FBA-BB77-BD970D6F40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B47A6F-1AC5-EEED-306C-322D3D524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65" y="1017725"/>
            <a:ext cx="4143688" cy="1820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D7B16D-68A8-3709-F61D-D215E61E1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4" y="894725"/>
            <a:ext cx="4145774" cy="4248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9329B-DBA4-89FA-DD1D-4DDAAF4ADC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565" y="2942594"/>
            <a:ext cx="4145774" cy="181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13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D8CEEA6-C851-4C34-DF4D-A96FD1FEF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3BD166FA-322A-54FE-C1BA-8E86A2BB60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Tau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CD1C489B-EED5-92A4-924B-0B8868E3CA3D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D69DED12-15D2-1039-1FF0-2F12BDAE97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436A488F-9368-0E86-BAEE-8F85ED58483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D79E0C-8053-3D8A-C7F9-4EB183BE5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462" y="1017725"/>
            <a:ext cx="4143688" cy="1820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1BF12B-4398-44DA-E24D-D0744AE2E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98" y="894725"/>
            <a:ext cx="4145774" cy="4248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7EC0F3-7C1B-7475-4D31-208556F9C6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2376" y="2935505"/>
            <a:ext cx="4145774" cy="181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7348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137</Words>
  <Application>Microsoft Macintosh PowerPoint</Application>
  <PresentationFormat>On-screen Show (16:9)</PresentationFormat>
  <Paragraphs>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Come up with a nice title</vt:lpstr>
      <vt:lpstr>Intro stats</vt:lpstr>
      <vt:lpstr>Goal</vt:lpstr>
      <vt:lpstr>Validation loss </vt:lpstr>
      <vt:lpstr>Validation loss </vt:lpstr>
      <vt:lpstr>BCE learning paths</vt:lpstr>
      <vt:lpstr>BCE learning paths</vt:lpstr>
      <vt:lpstr>F1</vt:lpstr>
      <vt:lpstr>TSS</vt:lpstr>
      <vt:lpstr>HSS</vt:lpstr>
      <vt:lpstr>Tau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Garcia</cp:lastModifiedBy>
  <cp:revision>4</cp:revision>
  <dcterms:modified xsi:type="dcterms:W3CDTF">2025-12-01T22:02:21Z</dcterms:modified>
</cp:coreProperties>
</file>